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25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Phishing Awareness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80212" y="3383280"/>
            <a:ext cx="400109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E6F0"/>
                </a:solidFill>
              </a:defRPr>
            </a:pPr>
            <a:r>
              <a:rPr dirty="0" err="1"/>
              <a:t>CodeAlpha</a:t>
            </a:r>
            <a:r>
              <a:rPr dirty="0"/>
              <a:t> Cyber Security Internship</a:t>
            </a:r>
          </a:p>
          <a:p>
            <a:pPr algn="ctr">
              <a:defRPr sz="2000">
                <a:solidFill>
                  <a:srgbClr val="DCE6F0"/>
                </a:solidFill>
              </a:defRPr>
            </a:pPr>
            <a:endParaRPr lang="en-US" dirty="0"/>
          </a:p>
          <a:p>
            <a:pPr algn="ctr">
              <a:defRPr sz="2000">
                <a:solidFill>
                  <a:srgbClr val="DCE6F0"/>
                </a:solidFill>
              </a:defRPr>
            </a:pPr>
            <a:r>
              <a:rPr lang="en-US" dirty="0"/>
              <a:t>By Ahndre Walters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B2B2E5-74B2-F9E5-83D2-B2BADCAB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35640" cy="480131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Phishing is a cyber attack where criminals pretend to be legitimate organizations to steal your personal information.</a:t>
            </a:r>
          </a:p>
          <a:p>
            <a:pPr>
              <a:defRPr sz="1700">
                <a:solidFill>
                  <a:srgbClr val="2D3746"/>
                </a:solidFill>
              </a:defRPr>
            </a:pPr>
            <a:endParaRPr lang="en-US" sz="1700" b="1">
              <a:solidFill>
                <a:schemeClr val="tx2">
                  <a:lumMod val="50000"/>
                </a:schemeClr>
              </a:solidFill>
            </a:endParaRPr>
          </a:p>
          <a:p>
            <a:pPr>
              <a:defRPr sz="1700">
                <a:solidFill>
                  <a:srgbClr val="2D3746"/>
                </a:solidFill>
              </a:defRPr>
            </a:pPr>
            <a:r>
              <a:rPr sz="1700" b="1">
                <a:solidFill>
                  <a:schemeClr val="tx2">
                    <a:lumMod val="50000"/>
                  </a:schemeClr>
                </a:solidFill>
              </a:rPr>
              <a:t>Attackers </a:t>
            </a: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send fake emails, messages, or create fake websites to trick you into giving away: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Passwords and usernames</a:t>
            </a:r>
            <a:endParaRPr lang="en-US" sz="1700" b="1" dirty="0">
              <a:solidFill>
                <a:schemeClr val="tx2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Credit card numbers</a:t>
            </a:r>
            <a:endParaRPr lang="en-US" sz="1700" b="1" dirty="0">
              <a:solidFill>
                <a:schemeClr val="tx2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Bank account details</a:t>
            </a:r>
            <a:endParaRPr lang="en-US" sz="1700" b="1" dirty="0">
              <a:solidFill>
                <a:schemeClr val="tx2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Social security numbers</a:t>
            </a:r>
            <a:endParaRPr lang="en-US" sz="1700" b="1" dirty="0">
              <a:solidFill>
                <a:schemeClr val="tx2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700">
                <a:solidFill>
                  <a:srgbClr val="2D3746"/>
                </a:solidFill>
              </a:defRPr>
            </a:pPr>
            <a:endParaRPr lang="en-US" sz="17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Anyone can be a target. Phishing attacks happen to individuals, employees, and large companies.</a:t>
            </a:r>
            <a:endParaRPr lang="en-US" sz="17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defRPr sz="1700">
                <a:solidFill>
                  <a:srgbClr val="2D3746"/>
                </a:solidFill>
              </a:defRPr>
            </a:pPr>
            <a:endParaRPr lang="en-US" sz="1700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How It Works: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Victim receives a fake email or message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Victim clicks a link and enters personal information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Attacker steals the information</a:t>
            </a:r>
          </a:p>
          <a:p>
            <a:endParaRPr lang="en-US" sz="1700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Over 90% of cyber attacks start with phishing. One attack can cost individuals and companies thousands or millions of dollars. Understanding phishing is the first step to protecting yourself.</a:t>
            </a:r>
          </a:p>
          <a:p>
            <a:pPr>
              <a:defRPr sz="1700">
                <a:solidFill>
                  <a:srgbClr val="2D3746"/>
                </a:solidFill>
              </a:defRPr>
            </a:pPr>
            <a:endParaRPr lang="en-US" sz="17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How to Recognize Phishing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35640" cy="465768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b="1" dirty="0">
                <a:solidFill>
                  <a:schemeClr val="tx2">
                    <a:lumMod val="50000"/>
                  </a:schemeClr>
                </a:solidFill>
              </a:rPr>
              <a:t>CHECK THE SENDER ADDRESS</a:t>
            </a:r>
            <a:br>
              <a:rPr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b="1" dirty="0">
                <a:solidFill>
                  <a:schemeClr val="tx2">
                    <a:lumMod val="50000"/>
                  </a:schemeClr>
                </a:solidFill>
              </a:rPr>
              <a:t>Look carefully at the email address. Scammers use addresses like support@amaz0n.com instead of support@amazon.com. Small differences in spelling are common.</a:t>
            </a:r>
          </a:p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b="1" dirty="0">
                <a:solidFill>
                  <a:schemeClr val="tx2">
                    <a:lumMod val="50000"/>
                  </a:schemeClr>
                </a:solidFill>
              </a:rPr>
              <a:t>WATCH FOR URGENT LANGUAGE</a:t>
            </a:r>
            <a:br>
              <a:rPr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b="1" dirty="0">
                <a:solidFill>
                  <a:schemeClr val="tx2">
                    <a:lumMod val="50000"/>
                  </a:schemeClr>
                </a:solidFill>
              </a:rPr>
              <a:t>Phishing emails often create panic. They may say your account will be closed, your payment has failed, or you need to verify immediately.</a:t>
            </a:r>
          </a:p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b="1" dirty="0">
                <a:solidFill>
                  <a:schemeClr val="tx2">
                    <a:lumMod val="50000"/>
                  </a:schemeClr>
                </a:solidFill>
              </a:rPr>
              <a:t>LOOK FOR GENERIC GREETINGS</a:t>
            </a:r>
            <a:br>
              <a:rPr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b="1" dirty="0">
                <a:solidFill>
                  <a:schemeClr val="tx2">
                    <a:lumMod val="50000"/>
                  </a:schemeClr>
                </a:solidFill>
              </a:rPr>
              <a:t>Phishing emails often use generic greetings like “Dear Customer” or “Dear User.”</a:t>
            </a:r>
          </a:p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b="1" dirty="0">
                <a:solidFill>
                  <a:schemeClr val="tx2">
                    <a:lumMod val="50000"/>
                  </a:schemeClr>
                </a:solidFill>
              </a:rPr>
              <a:t>EXAMINE LINKS BEFORE CLICKING</a:t>
            </a:r>
            <a:br>
              <a:rPr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b="1" dirty="0">
                <a:solidFill>
                  <a:schemeClr val="tx2">
                    <a:lumMod val="50000"/>
                  </a:schemeClr>
                </a:solidFill>
              </a:rPr>
              <a:t>Hover over links to see the real web address. The displayed text may lead to a fake website.</a:t>
            </a:r>
          </a:p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b="1" dirty="0">
                <a:solidFill>
                  <a:schemeClr val="tx2">
                    <a:lumMod val="50000"/>
                  </a:schemeClr>
                </a:solidFill>
              </a:rPr>
              <a:t>CHECK FOR SPELLING AND GRAMMAR MISTAKES</a:t>
            </a:r>
            <a:br>
              <a:rPr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b="1" dirty="0">
                <a:solidFill>
                  <a:schemeClr val="tx2">
                    <a:lumMod val="50000"/>
                  </a:schemeClr>
                </a:solidFill>
              </a:rPr>
              <a:t>Errors, missing punctuation, and awkward phrasing can be warning signs.</a:t>
            </a:r>
            <a:endParaRPr lang="en-US" sz="1700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BE WARY OF UNEXPECTED ATTACHMENTS</a:t>
            </a:r>
          </a:p>
          <a:p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Do not open attachments from unknown senders. Files like .exe, .zip, or .</a:t>
            </a:r>
            <a:r>
              <a:rPr lang="en-US" sz="1700" b="1" dirty="0" err="1">
                <a:solidFill>
                  <a:schemeClr val="tx2">
                    <a:lumMod val="50000"/>
                  </a:schemeClr>
                </a:solidFill>
              </a:rPr>
              <a:t>scr</a:t>
            </a: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 can contain malware. Legitimate companies rarely send attachments without prior notice.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How to Spot Fake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35640" cy="684802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CHECK THE URL CAREFULLY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Look for extra characters, misspellings, or unusual domain extensions. Examples: amaz0n.com or facebo0k.com.</a:t>
            </a:r>
          </a:p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THE PADLOCK IS NOT ENOUGH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HTTPS encrypts the connection, but fake websites can also use HTTPS. A padlock does not prove a site is legitimate.</a:t>
            </a:r>
          </a:p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CHECK FOR VISUAL ERRORS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Incorrect logos, unusual colors, poor layouts, or broken images may indicate a fake site.</a:t>
            </a:r>
          </a:p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TYPE THE ADDRESS YOURSELF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Avoid links from suspicious emails. Enter the company's official web address directly into your browser.</a:t>
            </a:r>
          </a:p>
          <a:p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LOOK FOR POOR WEBSITE DESIGN</a:t>
            </a:r>
          </a:p>
          <a:p>
            <a:pPr>
              <a:spcAft>
                <a:spcPts val="1000"/>
              </a:spcAft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Fake sites often have low-quality images, mismatched fonts, or broken navigation links. Professional companies invest in well-designed websites.</a:t>
            </a:r>
          </a:p>
          <a:p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VERIFY THE DOMAIN AGE</a:t>
            </a:r>
          </a:p>
          <a:p>
            <a:pPr>
              <a:spcAft>
                <a:spcPts val="1000"/>
              </a:spcAft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Fake websites are often newly created. You can check domain age using online tools. A very new domain with a popular brand name is suspicious.</a:t>
            </a:r>
          </a:p>
          <a:p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CONTACT THE COMPANY DIRECTLY</a:t>
            </a:r>
            <a:br>
              <a:rPr lang="en-US"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Use an official phone number or website, not contact information from a suspicious message.</a:t>
            </a:r>
          </a:p>
          <a:p>
            <a:endParaRPr lang="en-US" sz="170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Aft>
                <a:spcPts val="1000"/>
              </a:spcAft>
              <a:defRPr sz="1700" b="1">
                <a:solidFill>
                  <a:srgbClr val="2D3746"/>
                </a:solidFill>
              </a:defRPr>
            </a:pPr>
            <a:endParaRPr lang="en-US" sz="1700" dirty="0"/>
          </a:p>
          <a:p>
            <a:pPr>
              <a:spcAft>
                <a:spcPts val="1000"/>
              </a:spcAft>
              <a:defRPr sz="1700" b="1">
                <a:solidFill>
                  <a:srgbClr val="2D3746"/>
                </a:solidFill>
              </a:defRPr>
            </a:pPr>
            <a:endParaRPr lang="en-US" sz="1700" dirty="0"/>
          </a:p>
          <a:p>
            <a:pPr>
              <a:spcAft>
                <a:spcPts val="1000"/>
              </a:spcAft>
              <a:defRPr sz="1700" b="1">
                <a:solidFill>
                  <a:srgbClr val="2D3746"/>
                </a:solidFill>
              </a:defRPr>
            </a:pPr>
            <a:endParaRPr lang="en-US" sz="1700" dirty="0"/>
          </a:p>
          <a:p>
            <a:pPr>
              <a:spcAft>
                <a:spcPts val="1000"/>
              </a:spcAft>
              <a:defRPr sz="1700" b="1">
                <a:solidFill>
                  <a:srgbClr val="2D3746"/>
                </a:solidFill>
              </a:defRPr>
            </a:pPr>
            <a:endParaRPr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Social Engineering Tactics Used by Attackers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35640" cy="490390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AUTHORITY - Attackers pretend to be a CEO, police officer, government official, or IT support.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URGENCY - They create a false emergency and pressure you to act immediately.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FEAR - They use threats such as account compromise, investigations, or identity theft.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FAMILIARITY - They use information from social media to appear trustworthy or familiar.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CURIOSITY - Messages like "Did you see this video of you?" encourage impulsive clicks.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RECIPROCITY - Attackers offer help or a small favor to create a sense of obligation.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SCARCITY - They claim limited time offers or exclusive deals to pressure you into acting quickly.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TRUST - Attackers build a relationship over time before asking for sensitive information.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CONFUSION - They use complex language or contradictory information to make you doubt your judgment.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FLATTERY - They praise you or appeal to your ego to lower your defenses.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SOCIAL PROOF - They claim others have already complied, such as "Everyone in your department has already completed this.“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OBLIGATION - They remind you of a past favor or interaction to make you feel you owe them.</a:t>
            </a:r>
            <a:endParaRPr sz="17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Real-World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35640" cy="500136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EXAMPLE 1: PAYPAL PHISHING EMAIL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From: service@paypa1.com | Subject: Your account has been limited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“Dear Customer, your account has been temporarily limited. Click the link to verify your information.”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Red flags: paypa1.com is fake • generic greeting • urgent threat • suspicious link</a:t>
            </a:r>
          </a:p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EXAMPLE 2: CEO FRAUD EMAIL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“I need you to purchase $500 in gift cards right now for a client meeting. Please send me the card codes.”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Red flags: unusual gift-card request • urgency • request to send codes by email</a:t>
            </a:r>
          </a:p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EXAMPLE 3: FAKE BANK WEBSITE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www.chase-secure-login.com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The URL is wrong even if the page looks like a bank website. The real Chase website is www.chase.com.</a:t>
            </a:r>
            <a:br>
              <a:rPr sz="17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sz="1700" b="1" dirty="0">
                <a:solidFill>
                  <a:schemeClr val="tx2">
                    <a:lumMod val="50000"/>
                  </a:schemeClr>
                </a:solidFill>
              </a:rPr>
              <a:t>Red flags: wrong URL • asks for login details • possible visual errors</a:t>
            </a:r>
            <a:endParaRPr lang="en-US" sz="1700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EXAMPLE 4: SMISHING TEXT MESSAGE</a:t>
            </a:r>
          </a:p>
          <a:p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From: 1-800-555-0123 | Message: "FedEx: Your package #789012345 is delayed. To reschedule delivery, click: http://fedex-delivery-reschedule.top"</a:t>
            </a:r>
          </a:p>
          <a:p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Red flags: suspicious URL • FedEx does not send texts like this • unsolicited message • link uses .top domain instead of .com</a:t>
            </a:r>
          </a:p>
          <a:p>
            <a:pPr>
              <a:spcAft>
                <a:spcPts val="1000"/>
              </a:spcAft>
              <a:defRPr sz="1700">
                <a:solidFill>
                  <a:srgbClr val="2D3746"/>
                </a:solidFill>
              </a:defRPr>
            </a:pPr>
            <a:endParaRPr sz="17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Interactive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35640" cy="474488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AutoNum type="arabicPeriod"/>
              <a:defRPr sz="17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Bank email says your account will close unless you click a link. Sender: security@bank-security-verify.com. PHISHING? YES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|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suspicious sender + urgency.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defRPr sz="17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Text says you won a free iPhone and must click a link. PHISHING? YES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|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this is smishing.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defRPr sz="17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Boss urgently asks you to buy gift cards and send codes. PHISHING? POSSIBLY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|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verify by calling your boss using the official company number.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defRPr sz="17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PayPal email displays https://www.paypal.com/secure. PHISHING? CHECK THE ACTUAL URL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|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displayed text can hide a fake destination.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defRPr sz="17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Bank email contains poor grammar and spelling errors. PHISHING? YES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|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this is a warning sign.</a:t>
            </a:r>
            <a:endParaRPr lang="en-US" sz="1700" dirty="0">
              <a:solidFill>
                <a:schemeClr val="tx2">
                  <a:lumMod val="5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Email from HR with attachment called "Bonuses_2026.pdf" and no other details. PHISHING? POSSIBLY | verify with HR before opening attachments from unexpected emails.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You receive a LinkedIn message from a recruiter asking for your personal email and phone number immediately. PHISHING? POSSIBLY | legitimate recruiters do not rush you for personal information.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Email says "Your Netflix subscription has expired. Update your payment method to continue watching." The link goes to netflix-update-login.com. PHISHING? YES | suspicious URL and creates urgency.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Best Practices to Avoid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35640" cy="49090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THINK BEFORE YOU CLICK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Pause and inspect links before clicking.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VERIFY THE SENDER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Check email addresses for misspellings and extra characters.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ENABLE TWO-FACTOR AUTHENTICATION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Adds an extra security layer if your password is stolen.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KEEP SOFTWARE UPDATED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Install updates and security patches for your operating system, browser, and security software.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USE STRONG AND UNIQUE PASSWORDS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Use different passwords for every account and consider a password manager.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REPORT SUSPICIOUS EMAILS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Tell your IT department or security team.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NEVER SHARE PERSONAL INFORMATION VIA EMAIL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Be cautious of requests for passwords, card numbers, or sensitive information.</a:t>
            </a:r>
          </a:p>
          <a:p>
            <a:pPr>
              <a:spcAft>
                <a:spcPts val="1000"/>
              </a:spcAft>
              <a:defRPr sz="1500" b="1">
                <a:solidFill>
                  <a:srgbClr val="2D3746"/>
                </a:solidFill>
              </a:defRPr>
            </a:pP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WHEN IN DOUBT, VERIFY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z="1700" dirty="0">
                <a:solidFill>
                  <a:schemeClr val="tx2">
                    <a:lumMod val="50000"/>
                  </a:schemeClr>
                </a:solidFill>
              </a:rPr>
              <a:t> Contact the organization through official channels.</a:t>
            </a:r>
            <a:endParaRPr lang="en-US" sz="170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BE CAUTIOUS WITH ATTACHMENTS - Do not open attachments from unknown or unexpected senders. Even known senders can have compromised accounts.</a:t>
            </a:r>
          </a:p>
          <a:p>
            <a:pPr>
              <a:spcAft>
                <a:spcPts val="1000"/>
              </a:spcAft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TRUST YOUR INSTINCTS - If something feels wrong or too urgent, it probably is. Take a moment to step back and assess the situation before taking any action.</a:t>
            </a:r>
            <a:endParaRPr sz="17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1335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Ahndre Walters</cp:lastModifiedBy>
  <cp:revision>15</cp:revision>
  <dcterms:created xsi:type="dcterms:W3CDTF">2013-01-27T09:14:16Z</dcterms:created>
  <dcterms:modified xsi:type="dcterms:W3CDTF">2026-07-23T15:50:49Z</dcterms:modified>
  <cp:category/>
</cp:coreProperties>
</file>